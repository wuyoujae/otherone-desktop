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fc9a2e6eb3840ee" /><Relationship Type="http://schemas.openxmlformats.org/package/2006/relationships/metadata/core-properties" Target="/docProps/core.xml" Id="R3a3da27cde064dfd" /><Relationship Type="http://schemas.openxmlformats.org/officeDocument/2006/relationships/extended-properties" Target="/docProps/app.xml" Id="R937ff01c38e544b5" /><Relationship Type="http://schemas.openxmlformats.org/officeDocument/2006/relationships/custom-properties" Target="/docProps/custom.xml" Id="R1caf0a552158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427a7050246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5a8418b874f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5012e03714e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47d66876d46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57dfdd3e245d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2e49434bb9345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2026-06-09T11:41:45Z</dcterms:created>
  <cp:lastModifiedBy>OfficeCLI</cp:lastModifiedBy>
  <dcterms:modified xsi:type="dcterms:W3CDTF">2026-06-09T11:41:45Z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1.0.106</vt:lpwstr>
  </op:property>
  <op:property fmtid="{D5CDD505-2E9C-101B-9397-08002B2CF9AE}" pid="3" name="OfficeCLI.LastModified">
    <vt:lpwstr xmlns:vt="http://schemas.openxmlformats.org/officeDocument/2006/docPropsVTypes">2026-06-09T11:41:45Z</vt:lpwstr>
  </op:property>
</op:Properties>
</file>